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2" r:id="rId3"/>
    <p:sldId id="258" r:id="rId4"/>
    <p:sldId id="263" r:id="rId5"/>
    <p:sldId id="259" r:id="rId6"/>
    <p:sldId id="260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66D500-149C-1AE4-F0BD-E3262A86AF67}" v="4" dt="2026-04-21T02:01:07.779"/>
    <p1510:client id="{A8899F00-DB42-641F-CB32-07E4055A85FB}" v="25" dt="2026-04-21T01:51:03.959"/>
    <p1510:client id="{B8FB8472-48DC-A576-BB28-2585B915A20B}" v="86" dt="2026-04-21T02:10:06.2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11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953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834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83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4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17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99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1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769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989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11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59932" y="1186382"/>
            <a:ext cx="3324820" cy="268224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/>
              <a:t>Final Project</a:t>
            </a:r>
            <a:br>
              <a:rPr lang="en-US" sz="4400"/>
            </a:br>
            <a:r>
              <a:rPr lang="en-US" sz="4400">
                <a:highlight>
                  <a:srgbClr val="FFFFFF"/>
                </a:highlight>
              </a:rPr>
              <a:t>Battery Monitor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59931" y="4157886"/>
            <a:ext cx="3324821" cy="12618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/>
              <a:t>By Michael Stevenson and Kody Byrd</a:t>
            </a:r>
          </a:p>
        </p:txBody>
      </p:sp>
      <p:pic>
        <p:nvPicPr>
          <p:cNvPr id="15" name="Graphic 14" descr="Full Battery">
            <a:extLst>
              <a:ext uri="{FF2B5EF4-FFF2-40B4-BE49-F238E27FC236}">
                <a16:creationId xmlns:a16="http://schemas.microsoft.com/office/drawing/2014/main" id="{808E8F9E-41F4-7224-F595-D00DCD1B75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82669" y="916445"/>
            <a:ext cx="4861159" cy="486115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4AC3912-9445-326E-F355-EA4A28801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BD138-2FFB-BB92-CA5C-7D49D6891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619247"/>
            <a:ext cx="10890929" cy="1097280"/>
          </a:xfrm>
        </p:spPr>
        <p:txBody>
          <a:bodyPr/>
          <a:lstStyle/>
          <a:p>
            <a:pPr algn="ctr"/>
            <a:r>
              <a:rPr lang="en-US" sz="4000" b="1" i="0" u="none" strike="noStrike" baseline="0">
                <a:solidFill>
                  <a:srgbClr val="000000"/>
                </a:solidFill>
                <a:latin typeface="Grandview Display"/>
              </a:rPr>
              <a:t>Design Requirements</a:t>
            </a:r>
            <a:r>
              <a:rPr lang="en-US" sz="4000" b="0" i="0">
                <a:solidFill>
                  <a:srgbClr val="000000"/>
                </a:solidFill>
                <a:latin typeface="Grandview Display"/>
                <a:ea typeface="Grandview Display"/>
                <a:cs typeface="Grandview Display"/>
              </a:rPr>
              <a:t>​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E25A1-F49A-B095-B56C-2C9F93E02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717143"/>
            <a:ext cx="10890928" cy="35661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Monitor and display battery level</a:t>
            </a:r>
          </a:p>
          <a:p>
            <a:r>
              <a:rPr lang="en-US"/>
              <a:t>Monitor and display current battery voltage</a:t>
            </a:r>
          </a:p>
          <a:p>
            <a:r>
              <a:rPr lang="en-US"/>
              <a:t>Display low battery warning</a:t>
            </a:r>
          </a:p>
        </p:txBody>
      </p:sp>
    </p:spTree>
    <p:extLst>
      <p:ext uri="{BB962C8B-B14F-4D97-AF65-F5344CB8AC3E}">
        <p14:creationId xmlns:p14="http://schemas.microsoft.com/office/powerpoint/2010/main" val="304742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B94D5-4081-4518-89D9-2FC28B83B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725" y="619247"/>
            <a:ext cx="10890929" cy="1097280"/>
          </a:xfrm>
        </p:spPr>
        <p:txBody>
          <a:bodyPr/>
          <a:lstStyle/>
          <a:p>
            <a:pPr algn="ctr"/>
            <a:r>
              <a:rPr lang="en-US"/>
              <a:t>Solution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554837-F86B-0DDF-9333-908D434BE5D0}"/>
              </a:ext>
            </a:extLst>
          </p:cNvPr>
          <p:cNvSpPr/>
          <p:nvPr/>
        </p:nvSpPr>
        <p:spPr>
          <a:xfrm>
            <a:off x="1153584" y="2931583"/>
            <a:ext cx="1576916" cy="825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Battery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177C3A-AB25-FBC0-6494-C88FE7E09BAE}"/>
              </a:ext>
            </a:extLst>
          </p:cNvPr>
          <p:cNvSpPr/>
          <p:nvPr/>
        </p:nvSpPr>
        <p:spPr>
          <a:xfrm>
            <a:off x="3757084" y="2952750"/>
            <a:ext cx="1576916" cy="825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Voltage Divider Circuit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3B4591-2AC1-9E44-5E6D-94E074EA6687}"/>
              </a:ext>
            </a:extLst>
          </p:cNvPr>
          <p:cNvSpPr/>
          <p:nvPr/>
        </p:nvSpPr>
        <p:spPr>
          <a:xfrm>
            <a:off x="6360583" y="2952749"/>
            <a:ext cx="1576916" cy="825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ADC Conversion on Rock 5C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4DC1DA-0AE9-28D1-DA93-5BB68178BEB1}"/>
              </a:ext>
            </a:extLst>
          </p:cNvPr>
          <p:cNvSpPr/>
          <p:nvPr/>
        </p:nvSpPr>
        <p:spPr>
          <a:xfrm>
            <a:off x="8964083" y="2952748"/>
            <a:ext cx="1576916" cy="825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Output to display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368A76A-9968-F824-ACCF-39753F5F6D3B}"/>
              </a:ext>
            </a:extLst>
          </p:cNvPr>
          <p:cNvSpPr/>
          <p:nvPr/>
        </p:nvSpPr>
        <p:spPr>
          <a:xfrm>
            <a:off x="2846917" y="3175000"/>
            <a:ext cx="793750" cy="338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6E6F74A-A762-88F5-6D7A-BBBFE0BDF0A5}"/>
              </a:ext>
            </a:extLst>
          </p:cNvPr>
          <p:cNvSpPr/>
          <p:nvPr/>
        </p:nvSpPr>
        <p:spPr>
          <a:xfrm>
            <a:off x="5450416" y="3196166"/>
            <a:ext cx="793750" cy="338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F2B599B-7622-3590-4C1C-B4EF73F2C402}"/>
              </a:ext>
            </a:extLst>
          </p:cNvPr>
          <p:cNvSpPr/>
          <p:nvPr/>
        </p:nvSpPr>
        <p:spPr>
          <a:xfrm>
            <a:off x="8053917" y="3196166"/>
            <a:ext cx="793750" cy="338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232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5653F-4CE3-4EAB-8E49-52B52B17A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Voltage Divider</a:t>
            </a:r>
          </a:p>
        </p:txBody>
      </p:sp>
      <p:pic>
        <p:nvPicPr>
          <p:cNvPr id="4" name="Picture 3" descr="A diagram of a device&#10;&#10;AI-generated content may be incorrect.">
            <a:extLst>
              <a:ext uri="{FF2B5EF4-FFF2-40B4-BE49-F238E27FC236}">
                <a16:creationId xmlns:a16="http://schemas.microsoft.com/office/drawing/2014/main" id="{7ED94943-A566-32F7-A627-D3E532B0D3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66" r="1319"/>
          <a:stretch>
            <a:fillRect/>
          </a:stretch>
        </p:blipFill>
        <p:spPr>
          <a:xfrm>
            <a:off x="762448" y="2357120"/>
            <a:ext cx="3686773" cy="2926080"/>
          </a:xfrm>
          <a:prstGeom prst="rect">
            <a:avLst/>
          </a:prstGeom>
        </p:spPr>
      </p:pic>
      <p:pic>
        <p:nvPicPr>
          <p:cNvPr id="5" name="Picture 4" descr="A green circuit board with wires&#10;&#10;AI-generated content may be incorrect.">
            <a:extLst>
              <a:ext uri="{FF2B5EF4-FFF2-40B4-BE49-F238E27FC236}">
                <a16:creationId xmlns:a16="http://schemas.microsoft.com/office/drawing/2014/main" id="{A5DA27FD-9F92-2A42-C7E0-9CE1D188C5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667" r="197" b="13481"/>
          <a:stretch>
            <a:fillRect/>
          </a:stretch>
        </p:blipFill>
        <p:spPr>
          <a:xfrm>
            <a:off x="5596890" y="1920240"/>
            <a:ext cx="5133357" cy="410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075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25977-DEEC-FA9B-C0B2-44CE66654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619247"/>
            <a:ext cx="10890929" cy="1097280"/>
          </a:xfrm>
        </p:spPr>
        <p:txBody>
          <a:bodyPr/>
          <a:lstStyle/>
          <a:p>
            <a:pPr algn="ctr"/>
            <a:r>
              <a:rPr lang="en-US"/>
              <a:t>Materials Needed / Bill of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49AB8-2C00-7BA7-DA83-AA0B139F7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726" y="1639978"/>
            <a:ext cx="10890928" cy="35661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Resistors: R1 = 46.4K ohm, R2 = 5.4K ohm, R3 = 1K ohm</a:t>
            </a:r>
          </a:p>
          <a:p>
            <a:r>
              <a:rPr lang="en-US"/>
              <a:t>PCB</a:t>
            </a:r>
          </a:p>
          <a:p>
            <a:r>
              <a:rPr lang="en-US"/>
              <a:t>LCD Display</a:t>
            </a:r>
          </a:p>
          <a:p>
            <a:r>
              <a:rPr lang="en-US"/>
              <a:t>Jumper Wires</a:t>
            </a:r>
          </a:p>
          <a:p>
            <a:r>
              <a:rPr lang="en-US"/>
              <a:t>4 Pin adapter for battery</a:t>
            </a:r>
          </a:p>
        </p:txBody>
      </p:sp>
      <p:pic>
        <p:nvPicPr>
          <p:cNvPr id="5" name="Picture 4" descr="A table with dollar signs&#10;&#10;AI-generated content may be incorrect.">
            <a:extLst>
              <a:ext uri="{FF2B5EF4-FFF2-40B4-BE49-F238E27FC236}">
                <a16:creationId xmlns:a16="http://schemas.microsoft.com/office/drawing/2014/main" id="{56FFB239-3584-D7E3-BAC4-90C8A79B8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915" y="1721310"/>
            <a:ext cx="3171825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874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AAEA6-D667-CB8B-577D-D0F798BC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455272"/>
            <a:ext cx="10890929" cy="1097280"/>
          </a:xfrm>
        </p:spPr>
        <p:txBody>
          <a:bodyPr/>
          <a:lstStyle/>
          <a:p>
            <a:pPr algn="ctr"/>
            <a:r>
              <a:rPr lang="en-US"/>
              <a:t>Testing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F3500-43E6-48EA-FFAC-B58513C4E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726" y="1099827"/>
            <a:ext cx="10890928" cy="4646463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 Hardware Check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Apply known voltages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Verify voltage divider output with multimeter </a:t>
            </a: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ADC Validation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Input known voltage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Compare ADC reading to the expected value </a:t>
            </a: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Software Scaling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Convert ADC → battery voltage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Verify against multimeter reading 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Display Test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Confirm correct voltage shown on LCD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Check formatting and stability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87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970CE8-5E5F-7DBF-25AE-29BFFEE0A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Questions?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Question mark">
            <a:extLst>
              <a:ext uri="{FF2B5EF4-FFF2-40B4-BE49-F238E27FC236}">
                <a16:creationId xmlns:a16="http://schemas.microsoft.com/office/drawing/2014/main" id="{CBB44508-D594-C168-5AB8-E4CDE7EB56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50408" y="966978"/>
            <a:ext cx="4873752" cy="487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73253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DashVTI</vt:lpstr>
      <vt:lpstr>Final Project Battery Monitor System</vt:lpstr>
      <vt:lpstr>Design Requirements​</vt:lpstr>
      <vt:lpstr>Solution</vt:lpstr>
      <vt:lpstr>Voltage Divider</vt:lpstr>
      <vt:lpstr>Materials Needed / Bill of Materials</vt:lpstr>
      <vt:lpstr>Testing Method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18</cp:revision>
  <dcterms:created xsi:type="dcterms:W3CDTF">2026-04-13T20:09:13Z</dcterms:created>
  <dcterms:modified xsi:type="dcterms:W3CDTF">2026-04-21T02:11:10Z</dcterms:modified>
</cp:coreProperties>
</file>